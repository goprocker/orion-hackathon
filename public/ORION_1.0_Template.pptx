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nter Medium" charset="1" panose="02000503000000020004"/>
      <p:regular r:id="rId14"/>
    </p:embeddedFont>
    <p:embeddedFont>
      <p:font typeface="Inter" charset="1" panose="0200050300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20858" y="-263261"/>
            <a:ext cx="11596566" cy="11596566"/>
          </a:xfrm>
          <a:custGeom>
            <a:avLst/>
            <a:gdLst/>
            <a:ahLst/>
            <a:cxnLst/>
            <a:rect r="r" b="b" t="t" l="l"/>
            <a:pathLst>
              <a:path h="11596566" w="11596566">
                <a:moveTo>
                  <a:pt x="0" y="0"/>
                </a:moveTo>
                <a:lnTo>
                  <a:pt x="11596566" y="0"/>
                </a:lnTo>
                <a:lnTo>
                  <a:pt x="11596566" y="11596566"/>
                </a:lnTo>
                <a:lnTo>
                  <a:pt x="0" y="11596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72236" y="2459259"/>
            <a:ext cx="11046906" cy="2211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80"/>
              </a:lnSpc>
            </a:pPr>
            <a:r>
              <a:rPr lang="en-US" b="true" sz="18785" spc="-93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ORION 1.0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61449" y="5439772"/>
            <a:ext cx="12499479" cy="340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8"/>
              </a:lnSpc>
              <a:spcBef>
                <a:spcPct val="0"/>
              </a:spcBef>
            </a:pPr>
            <a:r>
              <a:rPr lang="en-US" sz="48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</a:t>
            </a:r>
            <a:r>
              <a:rPr lang="en-US" sz="48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oblem Statement ID: [Enter PS ID] </a:t>
            </a:r>
          </a:p>
          <a:p>
            <a:pPr algn="l">
              <a:lnSpc>
                <a:spcPts val="6788"/>
              </a:lnSpc>
              <a:spcBef>
                <a:spcPct val="0"/>
              </a:spcBef>
            </a:pPr>
            <a:r>
              <a:rPr lang="en-US" sz="48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Problem Statement Title: [Enter Title] </a:t>
            </a:r>
          </a:p>
          <a:p>
            <a:pPr algn="l">
              <a:lnSpc>
                <a:spcPts val="6788"/>
              </a:lnSpc>
              <a:spcBef>
                <a:spcPct val="0"/>
              </a:spcBef>
            </a:pPr>
            <a:r>
              <a:rPr lang="en-US" sz="48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ID: [Enter Team ID] </a:t>
            </a:r>
          </a:p>
          <a:p>
            <a:pPr algn="l">
              <a:lnSpc>
                <a:spcPts val="6788"/>
              </a:lnSpc>
              <a:spcBef>
                <a:spcPct val="0"/>
              </a:spcBef>
            </a:pPr>
            <a:r>
              <a:rPr lang="en-US" sz="48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Name: [Enter Registered Team Name]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0295274" y="575191"/>
            <a:ext cx="10748962" cy="9136618"/>
          </a:xfrm>
          <a:custGeom>
            <a:avLst/>
            <a:gdLst/>
            <a:ahLst/>
            <a:cxnLst/>
            <a:rect r="r" b="b" t="t" l="l"/>
            <a:pathLst>
              <a:path h="9136618" w="10748962">
                <a:moveTo>
                  <a:pt x="10748962" y="0"/>
                </a:moveTo>
                <a:lnTo>
                  <a:pt x="0" y="0"/>
                </a:lnTo>
                <a:lnTo>
                  <a:pt x="0" y="9136618"/>
                </a:lnTo>
                <a:lnTo>
                  <a:pt x="10748962" y="9136618"/>
                </a:lnTo>
                <a:lnTo>
                  <a:pt x="10748962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90048" y="954748"/>
            <a:ext cx="1104690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b="true" sz="6999" spc="-34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Proposed</a:t>
            </a:r>
            <a:r>
              <a:rPr lang="en-US" b="true" sz="6999" spc="-34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 Solution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0295274" y="575191"/>
            <a:ext cx="10748962" cy="9136618"/>
          </a:xfrm>
          <a:custGeom>
            <a:avLst/>
            <a:gdLst/>
            <a:ahLst/>
            <a:cxnLst/>
            <a:rect r="r" b="b" t="t" l="l"/>
            <a:pathLst>
              <a:path h="9136618" w="10748962">
                <a:moveTo>
                  <a:pt x="10748962" y="0"/>
                </a:moveTo>
                <a:lnTo>
                  <a:pt x="0" y="0"/>
                </a:lnTo>
                <a:lnTo>
                  <a:pt x="0" y="9136618"/>
                </a:lnTo>
                <a:lnTo>
                  <a:pt x="10748962" y="9136618"/>
                </a:lnTo>
                <a:lnTo>
                  <a:pt x="10748962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90048" y="954748"/>
            <a:ext cx="1104690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echnical Approach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0295274" y="575191"/>
            <a:ext cx="10748962" cy="9136618"/>
          </a:xfrm>
          <a:custGeom>
            <a:avLst/>
            <a:gdLst/>
            <a:ahLst/>
            <a:cxnLst/>
            <a:rect r="r" b="b" t="t" l="l"/>
            <a:pathLst>
              <a:path h="9136618" w="10748962">
                <a:moveTo>
                  <a:pt x="10748962" y="0"/>
                </a:moveTo>
                <a:lnTo>
                  <a:pt x="0" y="0"/>
                </a:lnTo>
                <a:lnTo>
                  <a:pt x="0" y="9136618"/>
                </a:lnTo>
                <a:lnTo>
                  <a:pt x="10748962" y="9136618"/>
                </a:lnTo>
                <a:lnTo>
                  <a:pt x="10748962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90048" y="954748"/>
            <a:ext cx="1104690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</a:t>
            </a: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easibility &amp; Viability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0295274" y="575191"/>
            <a:ext cx="10748962" cy="9136618"/>
          </a:xfrm>
          <a:custGeom>
            <a:avLst/>
            <a:gdLst/>
            <a:ahLst/>
            <a:cxnLst/>
            <a:rect r="r" b="b" t="t" l="l"/>
            <a:pathLst>
              <a:path h="9136618" w="10748962">
                <a:moveTo>
                  <a:pt x="10748962" y="0"/>
                </a:moveTo>
                <a:lnTo>
                  <a:pt x="0" y="0"/>
                </a:lnTo>
                <a:lnTo>
                  <a:pt x="0" y="9136618"/>
                </a:lnTo>
                <a:lnTo>
                  <a:pt x="10748962" y="9136618"/>
                </a:lnTo>
                <a:lnTo>
                  <a:pt x="10748962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90048" y="954748"/>
            <a:ext cx="1104690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Architecture Diagram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0295274" y="575191"/>
            <a:ext cx="10748962" cy="9136618"/>
          </a:xfrm>
          <a:custGeom>
            <a:avLst/>
            <a:gdLst/>
            <a:ahLst/>
            <a:cxnLst/>
            <a:rect r="r" b="b" t="t" l="l"/>
            <a:pathLst>
              <a:path h="9136618" w="10748962">
                <a:moveTo>
                  <a:pt x="10748962" y="0"/>
                </a:moveTo>
                <a:lnTo>
                  <a:pt x="0" y="0"/>
                </a:lnTo>
                <a:lnTo>
                  <a:pt x="0" y="9136618"/>
                </a:lnTo>
                <a:lnTo>
                  <a:pt x="10748962" y="9136618"/>
                </a:lnTo>
                <a:lnTo>
                  <a:pt x="10748962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81050" y="829687"/>
            <a:ext cx="1104690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 stack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0295274" y="575191"/>
            <a:ext cx="10748962" cy="9136618"/>
          </a:xfrm>
          <a:custGeom>
            <a:avLst/>
            <a:gdLst/>
            <a:ahLst/>
            <a:cxnLst/>
            <a:rect r="r" b="b" t="t" l="l"/>
            <a:pathLst>
              <a:path h="9136618" w="10748962">
                <a:moveTo>
                  <a:pt x="10748962" y="0"/>
                </a:moveTo>
                <a:lnTo>
                  <a:pt x="0" y="0"/>
                </a:lnTo>
                <a:lnTo>
                  <a:pt x="0" y="9136618"/>
                </a:lnTo>
                <a:lnTo>
                  <a:pt x="10748962" y="9136618"/>
                </a:lnTo>
                <a:lnTo>
                  <a:pt x="10748962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90048" y="954748"/>
            <a:ext cx="1104690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b="true" sz="6999" spc="-349">
                <a:solidFill>
                  <a:srgbClr val="FEFEFF"/>
                </a:solidFill>
                <a:latin typeface="Inter Medium"/>
                <a:ea typeface="Inter Medium"/>
                <a:cs typeface="Inter Medium"/>
                <a:sym typeface="Inter Medium"/>
              </a:rPr>
              <a:t>Im</a:t>
            </a:r>
            <a:r>
              <a:rPr lang="en-US" b="true" sz="6999" spc="-349">
                <a:solidFill>
                  <a:srgbClr val="FEFEFF"/>
                </a:solidFill>
                <a:latin typeface="Inter Medium"/>
                <a:ea typeface="Inter Medium"/>
                <a:cs typeface="Inter Medium"/>
                <a:sym typeface="Inter Medium"/>
              </a:rPr>
              <a:t>pact &amp; Benefits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45" r="0" b="-744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0295274" y="575191"/>
            <a:ext cx="10748962" cy="9136618"/>
          </a:xfrm>
          <a:custGeom>
            <a:avLst/>
            <a:gdLst/>
            <a:ahLst/>
            <a:cxnLst/>
            <a:rect r="r" b="b" t="t" l="l"/>
            <a:pathLst>
              <a:path h="9136618" w="10748962">
                <a:moveTo>
                  <a:pt x="10748962" y="0"/>
                </a:moveTo>
                <a:lnTo>
                  <a:pt x="0" y="0"/>
                </a:lnTo>
                <a:lnTo>
                  <a:pt x="0" y="9136618"/>
                </a:lnTo>
                <a:lnTo>
                  <a:pt x="10748962" y="9136618"/>
                </a:lnTo>
                <a:lnTo>
                  <a:pt x="10748962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136953" y="-75285"/>
            <a:ext cx="1775824" cy="2111047"/>
            <a:chOff x="0" y="0"/>
            <a:chExt cx="2367766" cy="28147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43423" y="435035"/>
              <a:ext cx="2120183" cy="2120183"/>
            </a:xfrm>
            <a:custGeom>
              <a:avLst/>
              <a:gdLst/>
              <a:ahLst/>
              <a:cxnLst/>
              <a:rect r="r" b="b" t="t" l="l"/>
              <a:pathLst>
                <a:path h="2120183" w="2120183">
                  <a:moveTo>
                    <a:pt x="0" y="0"/>
                  </a:moveTo>
                  <a:lnTo>
                    <a:pt x="2120183" y="0"/>
                  </a:lnTo>
                  <a:lnTo>
                    <a:pt x="2120183" y="2120183"/>
                  </a:lnTo>
                  <a:lnTo>
                    <a:pt x="0" y="2120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7766" cy="2814730"/>
            </a:xfrm>
            <a:custGeom>
              <a:avLst/>
              <a:gdLst/>
              <a:ahLst/>
              <a:cxnLst/>
              <a:rect r="r" b="b" t="t" l="l"/>
              <a:pathLst>
                <a:path h="2814730" w="2367766">
                  <a:moveTo>
                    <a:pt x="0" y="0"/>
                  </a:moveTo>
                  <a:lnTo>
                    <a:pt x="2367766" y="0"/>
                  </a:lnTo>
                  <a:lnTo>
                    <a:pt x="2367766" y="2814730"/>
                  </a:lnTo>
                  <a:lnTo>
                    <a:pt x="0" y="281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58677" t="0" r="-17390" b="-26515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5090048" y="954748"/>
            <a:ext cx="1104690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Re</a:t>
            </a:r>
            <a:r>
              <a:rPr lang="en-US" sz="6999" spc="-3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search &amp;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DAHShe-n_sg</dc:identifier>
  <dcterms:modified xsi:type="dcterms:W3CDTF">2011-08-01T06:04:30Z</dcterms:modified>
  <cp:revision>1</cp:revision>
  <dc:title>ORION 1.0</dc:title>
</cp:coreProperties>
</file>